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96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0B4013-DFC7-431F-98D7-43F4849E5F11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255892-DD68-4863-B767-432B03042B50}">
      <dgm:prSet phldrT="[Text]" phldr="0"/>
      <dgm:spPr/>
      <dgm:t>
        <a:bodyPr/>
        <a:lstStyle/>
        <a:p>
          <a:r>
            <a:rPr lang="en-US" dirty="0"/>
            <a:t>Customer Request</a:t>
          </a:r>
        </a:p>
      </dgm:t>
    </dgm:pt>
    <dgm:pt modelId="{6C66E0A4-F45D-45C3-9FBF-A6B371F4E945}" type="parTrans" cxnId="{ADF6070C-7AD3-4C39-AB13-C200310F8CD4}">
      <dgm:prSet/>
      <dgm:spPr/>
      <dgm:t>
        <a:bodyPr/>
        <a:lstStyle/>
        <a:p>
          <a:endParaRPr lang="en-US"/>
        </a:p>
      </dgm:t>
    </dgm:pt>
    <dgm:pt modelId="{0937BED9-D13D-4F95-9447-C962941A7B74}" type="sibTrans" cxnId="{ADF6070C-7AD3-4C39-AB13-C200310F8CD4}">
      <dgm:prSet/>
      <dgm:spPr/>
      <dgm:t>
        <a:bodyPr/>
        <a:lstStyle/>
        <a:p>
          <a:endParaRPr lang="en-US"/>
        </a:p>
      </dgm:t>
    </dgm:pt>
    <dgm:pt modelId="{20EECBD3-D867-4457-9E9A-36048EADD2AB}">
      <dgm:prSet phldrT="[Text]" phldr="0"/>
      <dgm:spPr/>
      <dgm:t>
        <a:bodyPr/>
        <a:lstStyle/>
        <a:p>
          <a:r>
            <a:rPr lang="en-US" dirty="0"/>
            <a:t>Analysis</a:t>
          </a:r>
        </a:p>
      </dgm:t>
    </dgm:pt>
    <dgm:pt modelId="{8921E934-A616-4120-92AA-2A3B16F82D67}" type="parTrans" cxnId="{978FFE6B-E34C-461C-9D37-1AF1794C1A8B}">
      <dgm:prSet/>
      <dgm:spPr/>
      <dgm:t>
        <a:bodyPr/>
        <a:lstStyle/>
        <a:p>
          <a:endParaRPr lang="en-US"/>
        </a:p>
      </dgm:t>
    </dgm:pt>
    <dgm:pt modelId="{DE70768E-6EDC-400A-B697-3199638F7A84}" type="sibTrans" cxnId="{978FFE6B-E34C-461C-9D37-1AF1794C1A8B}">
      <dgm:prSet/>
      <dgm:spPr/>
      <dgm:t>
        <a:bodyPr/>
        <a:lstStyle/>
        <a:p>
          <a:endParaRPr lang="en-US"/>
        </a:p>
      </dgm:t>
    </dgm:pt>
    <dgm:pt modelId="{5E6EC132-2C95-4CA8-AA57-D25675B318AD}">
      <dgm:prSet phldrT="[Text]" phldr="0"/>
      <dgm:spPr/>
      <dgm:t>
        <a:bodyPr/>
        <a:lstStyle/>
        <a:p>
          <a:r>
            <a:rPr lang="en-US" dirty="0"/>
            <a:t>Development</a:t>
          </a:r>
        </a:p>
      </dgm:t>
    </dgm:pt>
    <dgm:pt modelId="{653D8C36-FBCB-4558-B032-56C8FBE780C7}" type="parTrans" cxnId="{0CA5372C-3141-4224-BBA6-08006486FAEC}">
      <dgm:prSet/>
      <dgm:spPr/>
      <dgm:t>
        <a:bodyPr/>
        <a:lstStyle/>
        <a:p>
          <a:endParaRPr lang="en-US"/>
        </a:p>
      </dgm:t>
    </dgm:pt>
    <dgm:pt modelId="{BCDC2B8D-7053-4843-9699-5ACA8CA7BA81}" type="sibTrans" cxnId="{0CA5372C-3141-4224-BBA6-08006486FAEC}">
      <dgm:prSet/>
      <dgm:spPr/>
      <dgm:t>
        <a:bodyPr/>
        <a:lstStyle/>
        <a:p>
          <a:endParaRPr lang="en-US"/>
        </a:p>
      </dgm:t>
    </dgm:pt>
    <dgm:pt modelId="{AFBEC3AB-3E33-4D02-BB78-BA793A30354F}">
      <dgm:prSet phldrT="[Text]" phldr="0"/>
      <dgm:spPr/>
      <dgm:t>
        <a:bodyPr/>
        <a:lstStyle/>
        <a:p>
          <a:r>
            <a:rPr lang="en-US"/>
            <a:t>Testing</a:t>
          </a:r>
          <a:endParaRPr lang="en-US" dirty="0"/>
        </a:p>
      </dgm:t>
    </dgm:pt>
    <dgm:pt modelId="{DC5E8FBB-F5FD-4888-97AC-7097B2FB7DDD}" type="parTrans" cxnId="{D54D6327-D106-4EB3-A49C-4D6CEEC2956F}">
      <dgm:prSet/>
      <dgm:spPr/>
      <dgm:t>
        <a:bodyPr/>
        <a:lstStyle/>
        <a:p>
          <a:endParaRPr lang="en-US"/>
        </a:p>
      </dgm:t>
    </dgm:pt>
    <dgm:pt modelId="{21453373-CC02-44E5-88E4-890C655598A7}" type="sibTrans" cxnId="{D54D6327-D106-4EB3-A49C-4D6CEEC2956F}">
      <dgm:prSet/>
      <dgm:spPr/>
      <dgm:t>
        <a:bodyPr/>
        <a:lstStyle/>
        <a:p>
          <a:endParaRPr lang="en-US"/>
        </a:p>
      </dgm:t>
    </dgm:pt>
    <dgm:pt modelId="{ED5806CD-158F-432F-ABEB-C440CB34A742}">
      <dgm:prSet phldrT="[Text]" phldr="0"/>
      <dgm:spPr/>
      <dgm:t>
        <a:bodyPr/>
        <a:lstStyle/>
        <a:p>
          <a:r>
            <a:rPr lang="en-US"/>
            <a:t>Deployment</a:t>
          </a:r>
          <a:endParaRPr lang="en-US" dirty="0"/>
        </a:p>
      </dgm:t>
    </dgm:pt>
    <dgm:pt modelId="{153F2915-9A01-4014-9B0A-36A43A47F775}" type="parTrans" cxnId="{2C71D27E-4FF9-449C-8551-85D05729F81F}">
      <dgm:prSet/>
      <dgm:spPr/>
      <dgm:t>
        <a:bodyPr/>
        <a:lstStyle/>
        <a:p>
          <a:endParaRPr lang="en-US"/>
        </a:p>
      </dgm:t>
    </dgm:pt>
    <dgm:pt modelId="{189B2FB8-0855-4C0D-8CB0-360A0F245411}" type="sibTrans" cxnId="{2C71D27E-4FF9-449C-8551-85D05729F81F}">
      <dgm:prSet/>
      <dgm:spPr/>
      <dgm:t>
        <a:bodyPr/>
        <a:lstStyle/>
        <a:p>
          <a:endParaRPr lang="en-US"/>
        </a:p>
      </dgm:t>
    </dgm:pt>
    <dgm:pt modelId="{05BFD0C5-3CC0-4C74-B410-E2AF20374405}">
      <dgm:prSet phldrT="[Text]" phldr="0"/>
      <dgm:spPr/>
      <dgm:t>
        <a:bodyPr/>
        <a:lstStyle/>
        <a:p>
          <a:r>
            <a:rPr lang="en-US"/>
            <a:t>In Production</a:t>
          </a:r>
          <a:endParaRPr lang="en-US" dirty="0"/>
        </a:p>
      </dgm:t>
    </dgm:pt>
    <dgm:pt modelId="{2A0169EF-0D95-45A1-8840-9573C097BCDC}" type="parTrans" cxnId="{3B4AC7DF-DC56-46C2-B944-BEF967CB3DCA}">
      <dgm:prSet/>
      <dgm:spPr/>
      <dgm:t>
        <a:bodyPr/>
        <a:lstStyle/>
        <a:p>
          <a:endParaRPr lang="en-US"/>
        </a:p>
      </dgm:t>
    </dgm:pt>
    <dgm:pt modelId="{4534DA16-B5DF-47C6-96DE-28551E3B58D3}" type="sibTrans" cxnId="{3B4AC7DF-DC56-46C2-B944-BEF967CB3DCA}">
      <dgm:prSet/>
      <dgm:spPr/>
      <dgm:t>
        <a:bodyPr/>
        <a:lstStyle/>
        <a:p>
          <a:endParaRPr lang="en-US"/>
        </a:p>
      </dgm:t>
    </dgm:pt>
    <dgm:pt modelId="{58BC3260-FBEE-45F8-9EDB-BEF36EDEFD79}" type="pres">
      <dgm:prSet presAssocID="{120B4013-DFC7-431F-98D7-43F4849E5F11}" presName="Name0" presStyleCnt="0">
        <dgm:presLayoutVars>
          <dgm:dir/>
          <dgm:resizeHandles val="exact"/>
        </dgm:presLayoutVars>
      </dgm:prSet>
      <dgm:spPr/>
    </dgm:pt>
    <dgm:pt modelId="{127D3ED1-E2C2-4DF0-B237-FEB005B8F33D}" type="pres">
      <dgm:prSet presAssocID="{120B4013-DFC7-431F-98D7-43F4849E5F11}" presName="arrow" presStyleLbl="bgShp" presStyleIdx="0" presStyleCnt="1"/>
      <dgm:spPr/>
    </dgm:pt>
    <dgm:pt modelId="{624C0AF7-6BBF-4F83-B11F-13F2E2FAB3C4}" type="pres">
      <dgm:prSet presAssocID="{120B4013-DFC7-431F-98D7-43F4849E5F11}" presName="points" presStyleCnt="0"/>
      <dgm:spPr/>
    </dgm:pt>
    <dgm:pt modelId="{E323D7D1-7E56-4555-BC91-064DDB66F54A}" type="pres">
      <dgm:prSet presAssocID="{8E255892-DD68-4863-B767-432B03042B50}" presName="compositeA" presStyleCnt="0"/>
      <dgm:spPr/>
    </dgm:pt>
    <dgm:pt modelId="{92D5853B-3D2C-49CB-B0D9-5D186183A577}" type="pres">
      <dgm:prSet presAssocID="{8E255892-DD68-4863-B767-432B03042B50}" presName="textA" presStyleLbl="revTx" presStyleIdx="0" presStyleCnt="6">
        <dgm:presLayoutVars>
          <dgm:bulletEnabled val="1"/>
        </dgm:presLayoutVars>
      </dgm:prSet>
      <dgm:spPr/>
    </dgm:pt>
    <dgm:pt modelId="{B51C4489-9DD1-4DBC-930C-09E325340A3E}" type="pres">
      <dgm:prSet presAssocID="{8E255892-DD68-4863-B767-432B03042B50}" presName="circleA" presStyleLbl="node1" presStyleIdx="0" presStyleCnt="6"/>
      <dgm:spPr/>
    </dgm:pt>
    <dgm:pt modelId="{1E3FD21E-8102-40E7-A4EE-9A93A3B6F4CB}" type="pres">
      <dgm:prSet presAssocID="{8E255892-DD68-4863-B767-432B03042B50}" presName="spaceA" presStyleCnt="0"/>
      <dgm:spPr/>
    </dgm:pt>
    <dgm:pt modelId="{0BF8AF83-7623-43E2-B3ED-CB2DFC30D6C8}" type="pres">
      <dgm:prSet presAssocID="{0937BED9-D13D-4F95-9447-C962941A7B74}" presName="space" presStyleCnt="0"/>
      <dgm:spPr/>
    </dgm:pt>
    <dgm:pt modelId="{95E86D3C-7A52-47AA-B0B2-0A58EE65C9EE}" type="pres">
      <dgm:prSet presAssocID="{20EECBD3-D867-4457-9E9A-36048EADD2AB}" presName="compositeB" presStyleCnt="0"/>
      <dgm:spPr/>
    </dgm:pt>
    <dgm:pt modelId="{C965CEA2-5CE2-44F7-8513-A93B36B010F6}" type="pres">
      <dgm:prSet presAssocID="{20EECBD3-D867-4457-9E9A-36048EADD2AB}" presName="textB" presStyleLbl="revTx" presStyleIdx="1" presStyleCnt="6">
        <dgm:presLayoutVars>
          <dgm:bulletEnabled val="1"/>
        </dgm:presLayoutVars>
      </dgm:prSet>
      <dgm:spPr/>
    </dgm:pt>
    <dgm:pt modelId="{860BEF0A-2129-4CBD-8A4B-983209264346}" type="pres">
      <dgm:prSet presAssocID="{20EECBD3-D867-4457-9E9A-36048EADD2AB}" presName="circleB" presStyleLbl="node1" presStyleIdx="1" presStyleCnt="6"/>
      <dgm:spPr/>
    </dgm:pt>
    <dgm:pt modelId="{B2531807-C91D-4358-B19F-8C50E2915216}" type="pres">
      <dgm:prSet presAssocID="{20EECBD3-D867-4457-9E9A-36048EADD2AB}" presName="spaceB" presStyleCnt="0"/>
      <dgm:spPr/>
    </dgm:pt>
    <dgm:pt modelId="{120BD6D4-2ADF-41D6-84C7-E90C176C86A5}" type="pres">
      <dgm:prSet presAssocID="{DE70768E-6EDC-400A-B697-3199638F7A84}" presName="space" presStyleCnt="0"/>
      <dgm:spPr/>
    </dgm:pt>
    <dgm:pt modelId="{667C20D1-751D-4EDE-8F1E-499EB92A3055}" type="pres">
      <dgm:prSet presAssocID="{5E6EC132-2C95-4CA8-AA57-D25675B318AD}" presName="compositeA" presStyleCnt="0"/>
      <dgm:spPr/>
    </dgm:pt>
    <dgm:pt modelId="{887BFFCD-024F-4E48-B48A-98BB7991679E}" type="pres">
      <dgm:prSet presAssocID="{5E6EC132-2C95-4CA8-AA57-D25675B318AD}" presName="textA" presStyleLbl="revTx" presStyleIdx="2" presStyleCnt="6">
        <dgm:presLayoutVars>
          <dgm:bulletEnabled val="1"/>
        </dgm:presLayoutVars>
      </dgm:prSet>
      <dgm:spPr/>
    </dgm:pt>
    <dgm:pt modelId="{838CC591-81B0-4C13-80BF-23D0536106D2}" type="pres">
      <dgm:prSet presAssocID="{5E6EC132-2C95-4CA8-AA57-D25675B318AD}" presName="circleA" presStyleLbl="node1" presStyleIdx="2" presStyleCnt="6"/>
      <dgm:spPr/>
    </dgm:pt>
    <dgm:pt modelId="{EB7F7428-4DD8-4FEA-BDEA-6C4E1B624318}" type="pres">
      <dgm:prSet presAssocID="{5E6EC132-2C95-4CA8-AA57-D25675B318AD}" presName="spaceA" presStyleCnt="0"/>
      <dgm:spPr/>
    </dgm:pt>
    <dgm:pt modelId="{99332D4A-5424-4C02-AC84-BF35DF6EA1D6}" type="pres">
      <dgm:prSet presAssocID="{BCDC2B8D-7053-4843-9699-5ACA8CA7BA81}" presName="space" presStyleCnt="0"/>
      <dgm:spPr/>
    </dgm:pt>
    <dgm:pt modelId="{B72C0DE2-DA0B-40C8-B827-EB3C35342FE4}" type="pres">
      <dgm:prSet presAssocID="{AFBEC3AB-3E33-4D02-BB78-BA793A30354F}" presName="compositeB" presStyleCnt="0"/>
      <dgm:spPr/>
    </dgm:pt>
    <dgm:pt modelId="{FFF9E362-D1B3-4732-98B6-15A75C2DC4A8}" type="pres">
      <dgm:prSet presAssocID="{AFBEC3AB-3E33-4D02-BB78-BA793A30354F}" presName="textB" presStyleLbl="revTx" presStyleIdx="3" presStyleCnt="6">
        <dgm:presLayoutVars>
          <dgm:bulletEnabled val="1"/>
        </dgm:presLayoutVars>
      </dgm:prSet>
      <dgm:spPr/>
    </dgm:pt>
    <dgm:pt modelId="{BE7F5A9F-FBCC-435D-B01A-76DECCC923C8}" type="pres">
      <dgm:prSet presAssocID="{AFBEC3AB-3E33-4D02-BB78-BA793A30354F}" presName="circleB" presStyleLbl="node1" presStyleIdx="3" presStyleCnt="6"/>
      <dgm:spPr/>
    </dgm:pt>
    <dgm:pt modelId="{4DF25D50-DD14-4348-A49F-E44D7FF40B78}" type="pres">
      <dgm:prSet presAssocID="{AFBEC3AB-3E33-4D02-BB78-BA793A30354F}" presName="spaceB" presStyleCnt="0"/>
      <dgm:spPr/>
    </dgm:pt>
    <dgm:pt modelId="{6EB06790-4647-414A-BA3B-60004286D96B}" type="pres">
      <dgm:prSet presAssocID="{21453373-CC02-44E5-88E4-890C655598A7}" presName="space" presStyleCnt="0"/>
      <dgm:spPr/>
    </dgm:pt>
    <dgm:pt modelId="{668A3F67-0A17-47C2-AFE4-EC761C9FB8DF}" type="pres">
      <dgm:prSet presAssocID="{ED5806CD-158F-432F-ABEB-C440CB34A742}" presName="compositeA" presStyleCnt="0"/>
      <dgm:spPr/>
    </dgm:pt>
    <dgm:pt modelId="{4F88F79B-20B7-4A65-84B9-36F8671BE1C5}" type="pres">
      <dgm:prSet presAssocID="{ED5806CD-158F-432F-ABEB-C440CB34A742}" presName="textA" presStyleLbl="revTx" presStyleIdx="4" presStyleCnt="6">
        <dgm:presLayoutVars>
          <dgm:bulletEnabled val="1"/>
        </dgm:presLayoutVars>
      </dgm:prSet>
      <dgm:spPr/>
    </dgm:pt>
    <dgm:pt modelId="{BDFF9B38-DC55-4659-81B8-FBBCF89542BD}" type="pres">
      <dgm:prSet presAssocID="{ED5806CD-158F-432F-ABEB-C440CB34A742}" presName="circleA" presStyleLbl="node1" presStyleIdx="4" presStyleCnt="6"/>
      <dgm:spPr/>
    </dgm:pt>
    <dgm:pt modelId="{1ECEAC5E-8C1F-4208-ABBE-9229990B6378}" type="pres">
      <dgm:prSet presAssocID="{ED5806CD-158F-432F-ABEB-C440CB34A742}" presName="spaceA" presStyleCnt="0"/>
      <dgm:spPr/>
    </dgm:pt>
    <dgm:pt modelId="{70518642-141E-403F-BB25-D662064B805B}" type="pres">
      <dgm:prSet presAssocID="{189B2FB8-0855-4C0D-8CB0-360A0F245411}" presName="space" presStyleCnt="0"/>
      <dgm:spPr/>
    </dgm:pt>
    <dgm:pt modelId="{4D84C8D1-F44A-47AB-9219-F72A9F016A08}" type="pres">
      <dgm:prSet presAssocID="{05BFD0C5-3CC0-4C74-B410-E2AF20374405}" presName="compositeB" presStyleCnt="0"/>
      <dgm:spPr/>
    </dgm:pt>
    <dgm:pt modelId="{76629F37-E5A4-4F34-B6D8-2468C5AFD673}" type="pres">
      <dgm:prSet presAssocID="{05BFD0C5-3CC0-4C74-B410-E2AF20374405}" presName="textB" presStyleLbl="revTx" presStyleIdx="5" presStyleCnt="6">
        <dgm:presLayoutVars>
          <dgm:bulletEnabled val="1"/>
        </dgm:presLayoutVars>
      </dgm:prSet>
      <dgm:spPr/>
    </dgm:pt>
    <dgm:pt modelId="{BB0475A9-18BF-46C3-812E-DB6087D1D1A1}" type="pres">
      <dgm:prSet presAssocID="{05BFD0C5-3CC0-4C74-B410-E2AF20374405}" presName="circleB" presStyleLbl="node1" presStyleIdx="5" presStyleCnt="6"/>
      <dgm:spPr/>
    </dgm:pt>
    <dgm:pt modelId="{FB998E17-F7D8-45FC-8633-E08640752680}" type="pres">
      <dgm:prSet presAssocID="{05BFD0C5-3CC0-4C74-B410-E2AF20374405}" presName="spaceB" presStyleCnt="0"/>
      <dgm:spPr/>
    </dgm:pt>
  </dgm:ptLst>
  <dgm:cxnLst>
    <dgm:cxn modelId="{ADF6070C-7AD3-4C39-AB13-C200310F8CD4}" srcId="{120B4013-DFC7-431F-98D7-43F4849E5F11}" destId="{8E255892-DD68-4863-B767-432B03042B50}" srcOrd="0" destOrd="0" parTransId="{6C66E0A4-F45D-45C3-9FBF-A6B371F4E945}" sibTransId="{0937BED9-D13D-4F95-9447-C962941A7B74}"/>
    <dgm:cxn modelId="{90E27D25-7348-4B08-AAC7-7280F75817F8}" type="presOf" srcId="{5E6EC132-2C95-4CA8-AA57-D25675B318AD}" destId="{887BFFCD-024F-4E48-B48A-98BB7991679E}" srcOrd="0" destOrd="0" presId="urn:microsoft.com/office/officeart/2005/8/layout/hProcess11"/>
    <dgm:cxn modelId="{D54D6327-D106-4EB3-A49C-4D6CEEC2956F}" srcId="{120B4013-DFC7-431F-98D7-43F4849E5F11}" destId="{AFBEC3AB-3E33-4D02-BB78-BA793A30354F}" srcOrd="3" destOrd="0" parTransId="{DC5E8FBB-F5FD-4888-97AC-7097B2FB7DDD}" sibTransId="{21453373-CC02-44E5-88E4-890C655598A7}"/>
    <dgm:cxn modelId="{0CA5372C-3141-4224-BBA6-08006486FAEC}" srcId="{120B4013-DFC7-431F-98D7-43F4849E5F11}" destId="{5E6EC132-2C95-4CA8-AA57-D25675B318AD}" srcOrd="2" destOrd="0" parTransId="{653D8C36-FBCB-4558-B032-56C8FBE780C7}" sibTransId="{BCDC2B8D-7053-4843-9699-5ACA8CA7BA81}"/>
    <dgm:cxn modelId="{978FFE6B-E34C-461C-9D37-1AF1794C1A8B}" srcId="{120B4013-DFC7-431F-98D7-43F4849E5F11}" destId="{20EECBD3-D867-4457-9E9A-36048EADD2AB}" srcOrd="1" destOrd="0" parTransId="{8921E934-A616-4120-92AA-2A3B16F82D67}" sibTransId="{DE70768E-6EDC-400A-B697-3199638F7A84}"/>
    <dgm:cxn modelId="{41F5E878-851A-4557-89D4-82D5C7068CC9}" type="presOf" srcId="{120B4013-DFC7-431F-98D7-43F4849E5F11}" destId="{58BC3260-FBEE-45F8-9EDB-BEF36EDEFD79}" srcOrd="0" destOrd="0" presId="urn:microsoft.com/office/officeart/2005/8/layout/hProcess11"/>
    <dgm:cxn modelId="{2C71D27E-4FF9-449C-8551-85D05729F81F}" srcId="{120B4013-DFC7-431F-98D7-43F4849E5F11}" destId="{ED5806CD-158F-432F-ABEB-C440CB34A742}" srcOrd="4" destOrd="0" parTransId="{153F2915-9A01-4014-9B0A-36A43A47F775}" sibTransId="{189B2FB8-0855-4C0D-8CB0-360A0F245411}"/>
    <dgm:cxn modelId="{6B7FB17F-6F83-44AE-B030-FF0AC8FDC1A5}" type="presOf" srcId="{05BFD0C5-3CC0-4C74-B410-E2AF20374405}" destId="{76629F37-E5A4-4F34-B6D8-2468C5AFD673}" srcOrd="0" destOrd="0" presId="urn:microsoft.com/office/officeart/2005/8/layout/hProcess11"/>
    <dgm:cxn modelId="{3B5FB987-19C4-41E7-A01E-9372BA6EEFBE}" type="presOf" srcId="{AFBEC3AB-3E33-4D02-BB78-BA793A30354F}" destId="{FFF9E362-D1B3-4732-98B6-15A75C2DC4A8}" srcOrd="0" destOrd="0" presId="urn:microsoft.com/office/officeart/2005/8/layout/hProcess11"/>
    <dgm:cxn modelId="{4081AC9F-3A84-4B2F-93B2-19F2F02EC393}" type="presOf" srcId="{8E255892-DD68-4863-B767-432B03042B50}" destId="{92D5853B-3D2C-49CB-B0D9-5D186183A577}" srcOrd="0" destOrd="0" presId="urn:microsoft.com/office/officeart/2005/8/layout/hProcess11"/>
    <dgm:cxn modelId="{2C2EE5B2-F4DC-4981-BF60-059AF13B38FC}" type="presOf" srcId="{ED5806CD-158F-432F-ABEB-C440CB34A742}" destId="{4F88F79B-20B7-4A65-84B9-36F8671BE1C5}" srcOrd="0" destOrd="0" presId="urn:microsoft.com/office/officeart/2005/8/layout/hProcess11"/>
    <dgm:cxn modelId="{7EE9ACB3-0BEB-4A4C-8390-0C59FC7EDA4A}" type="presOf" srcId="{20EECBD3-D867-4457-9E9A-36048EADD2AB}" destId="{C965CEA2-5CE2-44F7-8513-A93B36B010F6}" srcOrd="0" destOrd="0" presId="urn:microsoft.com/office/officeart/2005/8/layout/hProcess11"/>
    <dgm:cxn modelId="{3B4AC7DF-DC56-46C2-B944-BEF967CB3DCA}" srcId="{120B4013-DFC7-431F-98D7-43F4849E5F11}" destId="{05BFD0C5-3CC0-4C74-B410-E2AF20374405}" srcOrd="5" destOrd="0" parTransId="{2A0169EF-0D95-45A1-8840-9573C097BCDC}" sibTransId="{4534DA16-B5DF-47C6-96DE-28551E3B58D3}"/>
    <dgm:cxn modelId="{0C17EAB1-9017-44E0-84BF-2E9B158142D2}" type="presParOf" srcId="{58BC3260-FBEE-45F8-9EDB-BEF36EDEFD79}" destId="{127D3ED1-E2C2-4DF0-B237-FEB005B8F33D}" srcOrd="0" destOrd="0" presId="urn:microsoft.com/office/officeart/2005/8/layout/hProcess11"/>
    <dgm:cxn modelId="{4A7FE51E-9065-4910-9879-73645F9B9F1C}" type="presParOf" srcId="{58BC3260-FBEE-45F8-9EDB-BEF36EDEFD79}" destId="{624C0AF7-6BBF-4F83-B11F-13F2E2FAB3C4}" srcOrd="1" destOrd="0" presId="urn:microsoft.com/office/officeart/2005/8/layout/hProcess11"/>
    <dgm:cxn modelId="{BAA37452-B717-4346-8603-ABC1180FD72B}" type="presParOf" srcId="{624C0AF7-6BBF-4F83-B11F-13F2E2FAB3C4}" destId="{E323D7D1-7E56-4555-BC91-064DDB66F54A}" srcOrd="0" destOrd="0" presId="urn:microsoft.com/office/officeart/2005/8/layout/hProcess11"/>
    <dgm:cxn modelId="{2156B694-49AB-456A-9E48-A94921658200}" type="presParOf" srcId="{E323D7D1-7E56-4555-BC91-064DDB66F54A}" destId="{92D5853B-3D2C-49CB-B0D9-5D186183A577}" srcOrd="0" destOrd="0" presId="urn:microsoft.com/office/officeart/2005/8/layout/hProcess11"/>
    <dgm:cxn modelId="{C1C793ED-3DC0-4DEA-B29D-C279436F6F00}" type="presParOf" srcId="{E323D7D1-7E56-4555-BC91-064DDB66F54A}" destId="{B51C4489-9DD1-4DBC-930C-09E325340A3E}" srcOrd="1" destOrd="0" presId="urn:microsoft.com/office/officeart/2005/8/layout/hProcess11"/>
    <dgm:cxn modelId="{8706AA5B-7DC7-47D4-9987-5EDB1E3F0895}" type="presParOf" srcId="{E323D7D1-7E56-4555-BC91-064DDB66F54A}" destId="{1E3FD21E-8102-40E7-A4EE-9A93A3B6F4CB}" srcOrd="2" destOrd="0" presId="urn:microsoft.com/office/officeart/2005/8/layout/hProcess11"/>
    <dgm:cxn modelId="{3AA71400-721F-435A-BFE8-21C50833C382}" type="presParOf" srcId="{624C0AF7-6BBF-4F83-B11F-13F2E2FAB3C4}" destId="{0BF8AF83-7623-43E2-B3ED-CB2DFC30D6C8}" srcOrd="1" destOrd="0" presId="urn:microsoft.com/office/officeart/2005/8/layout/hProcess11"/>
    <dgm:cxn modelId="{25852D2B-6206-4D67-9553-BF00956B6F63}" type="presParOf" srcId="{624C0AF7-6BBF-4F83-B11F-13F2E2FAB3C4}" destId="{95E86D3C-7A52-47AA-B0B2-0A58EE65C9EE}" srcOrd="2" destOrd="0" presId="urn:microsoft.com/office/officeart/2005/8/layout/hProcess11"/>
    <dgm:cxn modelId="{08B82885-626F-45CB-AD99-2A335380F2FD}" type="presParOf" srcId="{95E86D3C-7A52-47AA-B0B2-0A58EE65C9EE}" destId="{C965CEA2-5CE2-44F7-8513-A93B36B010F6}" srcOrd="0" destOrd="0" presId="urn:microsoft.com/office/officeart/2005/8/layout/hProcess11"/>
    <dgm:cxn modelId="{4F495A50-FBEF-4DB7-86C5-A8B52908D738}" type="presParOf" srcId="{95E86D3C-7A52-47AA-B0B2-0A58EE65C9EE}" destId="{860BEF0A-2129-4CBD-8A4B-983209264346}" srcOrd="1" destOrd="0" presId="urn:microsoft.com/office/officeart/2005/8/layout/hProcess11"/>
    <dgm:cxn modelId="{B69B18FC-9F8B-44A6-8F73-20497043413B}" type="presParOf" srcId="{95E86D3C-7A52-47AA-B0B2-0A58EE65C9EE}" destId="{B2531807-C91D-4358-B19F-8C50E2915216}" srcOrd="2" destOrd="0" presId="urn:microsoft.com/office/officeart/2005/8/layout/hProcess11"/>
    <dgm:cxn modelId="{B2FCD7AF-02D4-4C38-AFB7-7EDD8821391C}" type="presParOf" srcId="{624C0AF7-6BBF-4F83-B11F-13F2E2FAB3C4}" destId="{120BD6D4-2ADF-41D6-84C7-E90C176C86A5}" srcOrd="3" destOrd="0" presId="urn:microsoft.com/office/officeart/2005/8/layout/hProcess11"/>
    <dgm:cxn modelId="{A9015D6D-7825-4FDD-B849-A608D9C73575}" type="presParOf" srcId="{624C0AF7-6BBF-4F83-B11F-13F2E2FAB3C4}" destId="{667C20D1-751D-4EDE-8F1E-499EB92A3055}" srcOrd="4" destOrd="0" presId="urn:microsoft.com/office/officeart/2005/8/layout/hProcess11"/>
    <dgm:cxn modelId="{DE4EC46F-6E6D-4663-AF33-BFE97DB6BD21}" type="presParOf" srcId="{667C20D1-751D-4EDE-8F1E-499EB92A3055}" destId="{887BFFCD-024F-4E48-B48A-98BB7991679E}" srcOrd="0" destOrd="0" presId="urn:microsoft.com/office/officeart/2005/8/layout/hProcess11"/>
    <dgm:cxn modelId="{ACEEC8B8-C62C-4288-89A7-783F902DB3BC}" type="presParOf" srcId="{667C20D1-751D-4EDE-8F1E-499EB92A3055}" destId="{838CC591-81B0-4C13-80BF-23D0536106D2}" srcOrd="1" destOrd="0" presId="urn:microsoft.com/office/officeart/2005/8/layout/hProcess11"/>
    <dgm:cxn modelId="{B6F2C849-0DFD-4EDD-8E97-230EACD059A6}" type="presParOf" srcId="{667C20D1-751D-4EDE-8F1E-499EB92A3055}" destId="{EB7F7428-4DD8-4FEA-BDEA-6C4E1B624318}" srcOrd="2" destOrd="0" presId="urn:microsoft.com/office/officeart/2005/8/layout/hProcess11"/>
    <dgm:cxn modelId="{8020B8FB-4DEC-401A-BA9A-B08728A15262}" type="presParOf" srcId="{624C0AF7-6BBF-4F83-B11F-13F2E2FAB3C4}" destId="{99332D4A-5424-4C02-AC84-BF35DF6EA1D6}" srcOrd="5" destOrd="0" presId="urn:microsoft.com/office/officeart/2005/8/layout/hProcess11"/>
    <dgm:cxn modelId="{FE105666-F254-4749-85E3-E987BD9EB2F8}" type="presParOf" srcId="{624C0AF7-6BBF-4F83-B11F-13F2E2FAB3C4}" destId="{B72C0DE2-DA0B-40C8-B827-EB3C35342FE4}" srcOrd="6" destOrd="0" presId="urn:microsoft.com/office/officeart/2005/8/layout/hProcess11"/>
    <dgm:cxn modelId="{0032BAAD-FBB8-4E96-BFA3-E288CEE7C2D0}" type="presParOf" srcId="{B72C0DE2-DA0B-40C8-B827-EB3C35342FE4}" destId="{FFF9E362-D1B3-4732-98B6-15A75C2DC4A8}" srcOrd="0" destOrd="0" presId="urn:microsoft.com/office/officeart/2005/8/layout/hProcess11"/>
    <dgm:cxn modelId="{AD4CAB4B-73DA-435E-B4C9-FC3A7F5DC485}" type="presParOf" srcId="{B72C0DE2-DA0B-40C8-B827-EB3C35342FE4}" destId="{BE7F5A9F-FBCC-435D-B01A-76DECCC923C8}" srcOrd="1" destOrd="0" presId="urn:microsoft.com/office/officeart/2005/8/layout/hProcess11"/>
    <dgm:cxn modelId="{253C5678-9AB9-441B-9BF9-8C7E11259F3D}" type="presParOf" srcId="{B72C0DE2-DA0B-40C8-B827-EB3C35342FE4}" destId="{4DF25D50-DD14-4348-A49F-E44D7FF40B78}" srcOrd="2" destOrd="0" presId="urn:microsoft.com/office/officeart/2005/8/layout/hProcess11"/>
    <dgm:cxn modelId="{D1851D86-E45B-48DB-863D-87E22EE753BE}" type="presParOf" srcId="{624C0AF7-6BBF-4F83-B11F-13F2E2FAB3C4}" destId="{6EB06790-4647-414A-BA3B-60004286D96B}" srcOrd="7" destOrd="0" presId="urn:microsoft.com/office/officeart/2005/8/layout/hProcess11"/>
    <dgm:cxn modelId="{8A04B6EB-318A-4282-8882-37BB941F12A5}" type="presParOf" srcId="{624C0AF7-6BBF-4F83-B11F-13F2E2FAB3C4}" destId="{668A3F67-0A17-47C2-AFE4-EC761C9FB8DF}" srcOrd="8" destOrd="0" presId="urn:microsoft.com/office/officeart/2005/8/layout/hProcess11"/>
    <dgm:cxn modelId="{64712969-9B4A-4E7A-AF2B-4B4840FDAA34}" type="presParOf" srcId="{668A3F67-0A17-47C2-AFE4-EC761C9FB8DF}" destId="{4F88F79B-20B7-4A65-84B9-36F8671BE1C5}" srcOrd="0" destOrd="0" presId="urn:microsoft.com/office/officeart/2005/8/layout/hProcess11"/>
    <dgm:cxn modelId="{48F93CDA-94B3-40B8-9D03-AA6B785FC436}" type="presParOf" srcId="{668A3F67-0A17-47C2-AFE4-EC761C9FB8DF}" destId="{BDFF9B38-DC55-4659-81B8-FBBCF89542BD}" srcOrd="1" destOrd="0" presId="urn:microsoft.com/office/officeart/2005/8/layout/hProcess11"/>
    <dgm:cxn modelId="{8EFEAC3E-F461-4894-9C2C-B8859A73CDBE}" type="presParOf" srcId="{668A3F67-0A17-47C2-AFE4-EC761C9FB8DF}" destId="{1ECEAC5E-8C1F-4208-ABBE-9229990B6378}" srcOrd="2" destOrd="0" presId="urn:microsoft.com/office/officeart/2005/8/layout/hProcess11"/>
    <dgm:cxn modelId="{B7F2B137-267C-49BA-8DDD-65C4642A58A4}" type="presParOf" srcId="{624C0AF7-6BBF-4F83-B11F-13F2E2FAB3C4}" destId="{70518642-141E-403F-BB25-D662064B805B}" srcOrd="9" destOrd="0" presId="urn:microsoft.com/office/officeart/2005/8/layout/hProcess11"/>
    <dgm:cxn modelId="{ACF61C2B-2CCD-4FA2-96D9-1F153DE133B2}" type="presParOf" srcId="{624C0AF7-6BBF-4F83-B11F-13F2E2FAB3C4}" destId="{4D84C8D1-F44A-47AB-9219-F72A9F016A08}" srcOrd="10" destOrd="0" presId="urn:microsoft.com/office/officeart/2005/8/layout/hProcess11"/>
    <dgm:cxn modelId="{FE7C9B3A-CF3D-4057-B853-40F03ACB9A62}" type="presParOf" srcId="{4D84C8D1-F44A-47AB-9219-F72A9F016A08}" destId="{76629F37-E5A4-4F34-B6D8-2468C5AFD673}" srcOrd="0" destOrd="0" presId="urn:microsoft.com/office/officeart/2005/8/layout/hProcess11"/>
    <dgm:cxn modelId="{01E4FCA7-B014-44A2-A179-77263D94FC72}" type="presParOf" srcId="{4D84C8D1-F44A-47AB-9219-F72A9F016A08}" destId="{BB0475A9-18BF-46C3-812E-DB6087D1D1A1}" srcOrd="1" destOrd="0" presId="urn:microsoft.com/office/officeart/2005/8/layout/hProcess11"/>
    <dgm:cxn modelId="{CB98C35A-C610-4A90-AD67-C0F7CB99CFF7}" type="presParOf" srcId="{4D84C8D1-F44A-47AB-9219-F72A9F016A08}" destId="{FB998E17-F7D8-45FC-8633-E08640752680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7D3ED1-E2C2-4DF0-B237-FEB005B8F33D}">
      <dsp:nvSpPr>
        <dsp:cNvPr id="0" name=""/>
        <dsp:cNvSpPr/>
      </dsp:nvSpPr>
      <dsp:spPr>
        <a:xfrm>
          <a:off x="0" y="1625600"/>
          <a:ext cx="8128000" cy="2167466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D5853B-3D2C-49CB-B0D9-5D186183A577}">
      <dsp:nvSpPr>
        <dsp:cNvPr id="0" name=""/>
        <dsp:cNvSpPr/>
      </dsp:nvSpPr>
      <dsp:spPr>
        <a:xfrm>
          <a:off x="2009" y="0"/>
          <a:ext cx="1169789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Customer Request</a:t>
          </a:r>
        </a:p>
      </dsp:txBody>
      <dsp:txXfrm>
        <a:off x="2009" y="0"/>
        <a:ext cx="1169789" cy="2167466"/>
      </dsp:txXfrm>
    </dsp:sp>
    <dsp:sp modelId="{B51C4489-9DD1-4DBC-930C-09E325340A3E}">
      <dsp:nvSpPr>
        <dsp:cNvPr id="0" name=""/>
        <dsp:cNvSpPr/>
      </dsp:nvSpPr>
      <dsp:spPr>
        <a:xfrm>
          <a:off x="315970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5CEA2-5CE2-44F7-8513-A93B36B010F6}">
      <dsp:nvSpPr>
        <dsp:cNvPr id="0" name=""/>
        <dsp:cNvSpPr/>
      </dsp:nvSpPr>
      <dsp:spPr>
        <a:xfrm>
          <a:off x="1230287" y="3251200"/>
          <a:ext cx="1169789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Analysis</a:t>
          </a:r>
        </a:p>
      </dsp:txBody>
      <dsp:txXfrm>
        <a:off x="1230287" y="3251200"/>
        <a:ext cx="1169789" cy="2167466"/>
      </dsp:txXfrm>
    </dsp:sp>
    <dsp:sp modelId="{860BEF0A-2129-4CBD-8A4B-983209264346}">
      <dsp:nvSpPr>
        <dsp:cNvPr id="0" name=""/>
        <dsp:cNvSpPr/>
      </dsp:nvSpPr>
      <dsp:spPr>
        <a:xfrm>
          <a:off x="1544248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7BFFCD-024F-4E48-B48A-98BB7991679E}">
      <dsp:nvSpPr>
        <dsp:cNvPr id="0" name=""/>
        <dsp:cNvSpPr/>
      </dsp:nvSpPr>
      <dsp:spPr>
        <a:xfrm>
          <a:off x="2458566" y="0"/>
          <a:ext cx="1169789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Development</a:t>
          </a:r>
        </a:p>
      </dsp:txBody>
      <dsp:txXfrm>
        <a:off x="2458566" y="0"/>
        <a:ext cx="1169789" cy="2167466"/>
      </dsp:txXfrm>
    </dsp:sp>
    <dsp:sp modelId="{838CC591-81B0-4C13-80BF-23D0536106D2}">
      <dsp:nvSpPr>
        <dsp:cNvPr id="0" name=""/>
        <dsp:cNvSpPr/>
      </dsp:nvSpPr>
      <dsp:spPr>
        <a:xfrm>
          <a:off x="2772527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F9E362-D1B3-4732-98B6-15A75C2DC4A8}">
      <dsp:nvSpPr>
        <dsp:cNvPr id="0" name=""/>
        <dsp:cNvSpPr/>
      </dsp:nvSpPr>
      <dsp:spPr>
        <a:xfrm>
          <a:off x="3686844" y="3251200"/>
          <a:ext cx="1169789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Testing</a:t>
          </a:r>
          <a:endParaRPr lang="en-US" sz="1300" kern="1200" dirty="0"/>
        </a:p>
      </dsp:txBody>
      <dsp:txXfrm>
        <a:off x="3686844" y="3251200"/>
        <a:ext cx="1169789" cy="2167466"/>
      </dsp:txXfrm>
    </dsp:sp>
    <dsp:sp modelId="{BE7F5A9F-FBCC-435D-B01A-76DECCC923C8}">
      <dsp:nvSpPr>
        <dsp:cNvPr id="0" name=""/>
        <dsp:cNvSpPr/>
      </dsp:nvSpPr>
      <dsp:spPr>
        <a:xfrm>
          <a:off x="4000805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8F79B-20B7-4A65-84B9-36F8671BE1C5}">
      <dsp:nvSpPr>
        <dsp:cNvPr id="0" name=""/>
        <dsp:cNvSpPr/>
      </dsp:nvSpPr>
      <dsp:spPr>
        <a:xfrm>
          <a:off x="4915123" y="0"/>
          <a:ext cx="1169789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Deployment</a:t>
          </a:r>
          <a:endParaRPr lang="en-US" sz="1300" kern="1200" dirty="0"/>
        </a:p>
      </dsp:txBody>
      <dsp:txXfrm>
        <a:off x="4915123" y="0"/>
        <a:ext cx="1169789" cy="2167466"/>
      </dsp:txXfrm>
    </dsp:sp>
    <dsp:sp modelId="{BDFF9B38-DC55-4659-81B8-FBBCF89542BD}">
      <dsp:nvSpPr>
        <dsp:cNvPr id="0" name=""/>
        <dsp:cNvSpPr/>
      </dsp:nvSpPr>
      <dsp:spPr>
        <a:xfrm>
          <a:off x="5229084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629F37-E5A4-4F34-B6D8-2468C5AFD673}">
      <dsp:nvSpPr>
        <dsp:cNvPr id="0" name=""/>
        <dsp:cNvSpPr/>
      </dsp:nvSpPr>
      <dsp:spPr>
        <a:xfrm>
          <a:off x="6143401" y="3251200"/>
          <a:ext cx="1169789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 Production</a:t>
          </a:r>
          <a:endParaRPr lang="en-US" sz="1300" kern="1200" dirty="0"/>
        </a:p>
      </dsp:txBody>
      <dsp:txXfrm>
        <a:off x="6143401" y="3251200"/>
        <a:ext cx="1169789" cy="2167466"/>
      </dsp:txXfrm>
    </dsp:sp>
    <dsp:sp modelId="{BB0475A9-18BF-46C3-812E-DB6087D1D1A1}">
      <dsp:nvSpPr>
        <dsp:cNvPr id="0" name=""/>
        <dsp:cNvSpPr/>
      </dsp:nvSpPr>
      <dsp:spPr>
        <a:xfrm>
          <a:off x="6457362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95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94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6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09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5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33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47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89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39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243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3221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9753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4721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01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112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81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13EFB-6F64-417F-881B-78FDFCE487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40F8141-F845-4D8A-83C0-088DD15C8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5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trevolution.com/articles/understanding-work-as-a-flow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trevolution.com/wp-content/uploads/2022/06/DOHB2_Audio-Companion_111521_r2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D676D-201C-E6D6-25CE-0A154C9395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Technology Value Stream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919954-903B-7DB6-F6CB-F184C563E7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9600" dirty="0"/>
              <a:t>From Months-Long Releases to Minutes</a:t>
            </a:r>
          </a:p>
          <a:p>
            <a:endParaRPr lang="en-US" dirty="0"/>
          </a:p>
          <a:p>
            <a:endParaRPr lang="en-US" sz="6400" dirty="0"/>
          </a:p>
          <a:p>
            <a:r>
              <a:rPr lang="en-US" sz="6400" dirty="0"/>
              <a:t>Brennan Cheatwood</a:t>
            </a:r>
          </a:p>
          <a:p>
            <a:r>
              <a:rPr lang="en-US" sz="6400" dirty="0"/>
              <a:t>DevOps</a:t>
            </a:r>
          </a:p>
          <a:p>
            <a:r>
              <a:rPr lang="en-US" sz="6400" dirty="0"/>
              <a:t>Assignment 1.2</a:t>
            </a:r>
          </a:p>
        </p:txBody>
      </p:sp>
    </p:spTree>
    <p:extLst>
      <p:ext uri="{BB962C8B-B14F-4D97-AF65-F5344CB8AC3E}">
        <p14:creationId xmlns:p14="http://schemas.microsoft.com/office/powerpoint/2010/main" val="3883847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BE6A4-9753-3211-3E4D-7B45D5064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Technology Value Stream?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34A81-577B-98B0-5B6C-1F37F8E99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DevOps, the technology value stream is the set of activities that turn a business request into a working, running service for customers.</a:t>
            </a:r>
          </a:p>
          <a:p>
            <a:r>
              <a:rPr lang="en-US" dirty="0"/>
              <a:t>It usually starts at code commit and ends when the change is successfully deployed to production.</a:t>
            </a:r>
          </a:p>
          <a:p>
            <a:r>
              <a:rPr lang="en-US" dirty="0"/>
              <a:t>The main goal is to improve flow: reduce delays, reduce waste, and deliver value faster and more reliably.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51348-1CE1-0950-06C3-C559CDF81068}"/>
              </a:ext>
            </a:extLst>
          </p:cNvPr>
          <p:cNvSpPr txBox="1"/>
          <p:nvPr/>
        </p:nvSpPr>
        <p:spPr>
          <a:xfrm>
            <a:off x="409073" y="6581001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Kim et al., 2021</a:t>
            </a:r>
          </a:p>
        </p:txBody>
      </p:sp>
    </p:spTree>
    <p:extLst>
      <p:ext uri="{BB962C8B-B14F-4D97-AF65-F5344CB8AC3E}">
        <p14:creationId xmlns:p14="http://schemas.microsoft.com/office/powerpoint/2010/main" val="3405226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8B89D-EF01-EC1A-D758-4B91D53F2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08D4-29FF-4CEF-6B6D-CEE1DC5EE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 Time vs. Processing Time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AD51BEF-6D29-8B44-2756-33AD073000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5484120"/>
              </p:ext>
            </p:extLst>
          </p:nvPr>
        </p:nvGraphicFramePr>
        <p:xfrm>
          <a:off x="677863" y="2160588"/>
          <a:ext cx="8596311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664132778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996680705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575518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Lead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Processing Time (Cycle 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Why it Matters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04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 from request/commit until the change is running in production.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This is what the customer feels as responsiveness.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when people are actively working on the change (design, code, test) until that work is done.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Does not include all the waiting between steps.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DevOps tries to shorten lead time, not just speed up one step, so value flows smoothly across the whole stream.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60374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835C497-4227-303F-868D-5FB90E32E069}"/>
              </a:ext>
            </a:extLst>
          </p:cNvPr>
          <p:cNvSpPr txBox="1"/>
          <p:nvPr/>
        </p:nvSpPr>
        <p:spPr>
          <a:xfrm>
            <a:off x="401052" y="6380475"/>
            <a:ext cx="4703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Kim et al., 2021</a:t>
            </a:r>
          </a:p>
          <a:p>
            <a:r>
              <a:rPr lang="en-US" sz="1200" dirty="0">
                <a:hlinkClick r:id="rId2"/>
              </a:rPr>
              <a:t>https://itrevolution.com/articles/understanding-work-as-a-flow/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19398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185D8-193F-7C38-8EDC-5F3E7C2ED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Lead vs. Processing Time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044AB15-857E-C24E-B4BD-27350918D8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826348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D7C3B9-0F4F-7BC6-F1B5-CCFA191B83ED}"/>
              </a:ext>
            </a:extLst>
          </p:cNvPr>
          <p:cNvCxnSpPr>
            <a:cxnSpLocks/>
          </p:cNvCxnSpPr>
          <p:nvPr/>
        </p:nvCxnSpPr>
        <p:spPr>
          <a:xfrm>
            <a:off x="2310063" y="4612105"/>
            <a:ext cx="6561221" cy="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01ED976-780D-946A-5AA3-8EE0B4A92ECF}"/>
              </a:ext>
            </a:extLst>
          </p:cNvPr>
          <p:cNvSpPr txBox="1"/>
          <p:nvPr/>
        </p:nvSpPr>
        <p:spPr>
          <a:xfrm>
            <a:off x="4843093" y="4558269"/>
            <a:ext cx="1252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LEAD TIME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B2B1A4-2A66-1DA5-947F-8BCE2D4FF28B}"/>
              </a:ext>
            </a:extLst>
          </p:cNvPr>
          <p:cNvCxnSpPr>
            <a:cxnSpLocks/>
          </p:cNvCxnSpPr>
          <p:nvPr/>
        </p:nvCxnSpPr>
        <p:spPr>
          <a:xfrm>
            <a:off x="4551135" y="2310063"/>
            <a:ext cx="2435202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39180F-6296-0D0C-2FAD-FA3CD24E2DA6}"/>
              </a:ext>
            </a:extLst>
          </p:cNvPr>
          <p:cNvSpPr txBox="1"/>
          <p:nvPr/>
        </p:nvSpPr>
        <p:spPr>
          <a:xfrm>
            <a:off x="4735036" y="1971073"/>
            <a:ext cx="6100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PROCESSING 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58611E-455C-9D83-D205-C9D0D61D0DB3}"/>
              </a:ext>
            </a:extLst>
          </p:cNvPr>
          <p:cNvSpPr txBox="1"/>
          <p:nvPr/>
        </p:nvSpPr>
        <p:spPr>
          <a:xfrm>
            <a:off x="2310063" y="5326584"/>
            <a:ext cx="6327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Lead time = Waiting + work across the whole stream.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Processing time = Only the hands-on work in the middle.</a:t>
            </a:r>
          </a:p>
        </p:txBody>
      </p:sp>
    </p:spTree>
    <p:extLst>
      <p:ext uri="{BB962C8B-B14F-4D97-AF65-F5344CB8AC3E}">
        <p14:creationId xmlns:p14="http://schemas.microsoft.com/office/powerpoint/2010/main" val="742696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12EE72-3E81-3C73-AB7A-630A277B6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solidFill>
                  <a:schemeClr val="bg1"/>
                </a:solidFill>
              </a:rPr>
              <a:t>Common Scenario: Lead Times of Months	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C7E9B-34F7-CA19-2A71-7EED221F7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In many traditional environments, deployment lead time can be three months or more.</a:t>
            </a: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Causes: Big-Batch releases instead of small changes.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Many handoffs between Dev, QA, Ops, and change-management boards.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Heavy manual testing and manual approvals.</a:t>
            </a: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Result: releases feel risky, feedback is slow, and fixing problems takes longer.</a:t>
            </a: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01FCDACE-63E2-F3C2-74C6-4939159C6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2368325"/>
            <a:ext cx="5143500" cy="2108834"/>
          </a:xfrm>
          <a:prstGeom prst="rect">
            <a:avLst/>
          </a:prstGeom>
        </p:spPr>
      </p:pic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663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5040-C5F1-A13E-9B79-98DFD169E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/>
              <a:t>DevOps Ideal: Lead Times of Minutes</a:t>
            </a:r>
            <a:endParaRPr lang="en-US" dirty="0"/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720131CF-508A-566D-6AAD-CC1DA578B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4" y="2159331"/>
            <a:ext cx="5283289" cy="277372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0B262-6897-D5F3-44AA-109C390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160589"/>
            <a:ext cx="2927185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300"/>
              <a:t>The DevOps “ideal state” shows a technology value stream with a total cycle time of about 25 minutes.</a:t>
            </a:r>
          </a:p>
          <a:p>
            <a:pPr>
              <a:lnSpc>
                <a:spcPct val="90000"/>
              </a:lnSpc>
            </a:pPr>
            <a:r>
              <a:rPr lang="en-US" sz="1300"/>
              <a:t>Work flows through an automated CI/CD pipeline:</a:t>
            </a:r>
          </a:p>
          <a:p>
            <a:pPr lvl="1">
              <a:lnSpc>
                <a:spcPct val="90000"/>
              </a:lnSpc>
            </a:pPr>
            <a:r>
              <a:rPr lang="en-US" sz="1300"/>
              <a:t>Commit &gt; automated build &gt; automated tests &gt; quick exploratory testing &gt; deploy.</a:t>
            </a:r>
          </a:p>
          <a:p>
            <a:pPr>
              <a:lnSpc>
                <a:spcPct val="90000"/>
              </a:lnSpc>
            </a:pPr>
            <a:r>
              <a:rPr lang="en-US" sz="1300"/>
              <a:t>Changes are small and frequent, often with deployments happening many times per day.</a:t>
            </a:r>
          </a:p>
          <a:p>
            <a:pPr>
              <a:lnSpc>
                <a:spcPct val="90000"/>
              </a:lnSpc>
            </a:pPr>
            <a:r>
              <a:rPr lang="en-US" sz="1300"/>
              <a:t>Benefits: faster feedback, safer releases, and the ability to respond quickly to customer needs.</a:t>
            </a:r>
          </a:p>
        </p:txBody>
      </p:sp>
    </p:spTree>
    <p:extLst>
      <p:ext uri="{BB962C8B-B14F-4D97-AF65-F5344CB8AC3E}">
        <p14:creationId xmlns:p14="http://schemas.microsoft.com/office/powerpoint/2010/main" val="3598265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E5CE3-CF44-E7D3-7310-C5634A58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 &amp;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7ED3-DEAC-8809-F037-C9D72BA53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technology value stream describes how ideas become running services for customers.</a:t>
            </a:r>
          </a:p>
          <a:p>
            <a:r>
              <a:rPr lang="en-US" dirty="0"/>
              <a:t>Lead Time is from request/commit to production; processing time is just the hands-on work.</a:t>
            </a:r>
          </a:p>
          <a:p>
            <a:r>
              <a:rPr lang="en-US" dirty="0"/>
              <a:t>Moving from months-long deployment lead times to minutes is a core DevOps goal and drives better speed, quality, and business outcomes.</a:t>
            </a:r>
          </a:p>
          <a:p>
            <a:endParaRPr lang="en-US" dirty="0"/>
          </a:p>
          <a:p>
            <a:r>
              <a:rPr lang="en-US" b="1" dirty="0"/>
              <a:t>References:</a:t>
            </a:r>
          </a:p>
          <a:p>
            <a:pPr lvl="1"/>
            <a:r>
              <a:rPr lang="en-US" dirty="0"/>
              <a:t>Kim, G., Humble, J., Debois, P., Willis, J., &amp; Forsgren, N. (2021). </a:t>
            </a:r>
            <a:r>
              <a:rPr lang="en-US" i="1" dirty="0"/>
              <a:t>The DevOps Handbook</a:t>
            </a:r>
            <a:r>
              <a:rPr lang="en-US" dirty="0"/>
              <a:t> (2nd ed.). IT Revolution (Website) [I have not received the printed version yet, so I used this (hopefully) identical copy online]. </a:t>
            </a:r>
            <a:r>
              <a:rPr lang="en-US" dirty="0">
                <a:hlinkClick r:id="rId2"/>
              </a:rPr>
              <a:t>https://itrevolution.com/wp-content/uploads/2022/06/DOHB2_Audio-Companion_111521_r2.pdf</a:t>
            </a:r>
            <a:endParaRPr lang="en-US" dirty="0"/>
          </a:p>
          <a:p>
            <a:pPr lvl="1"/>
            <a:r>
              <a:rPr lang="en-US" dirty="0"/>
              <a:t>IT Revolution. (2021–2024). Articles on value streams and flow (e.g., “Improve flow in the DevOps value stream,” “Value Stream Mapping”).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5139290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28</TotalTime>
  <Words>562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The Technology Value Stream</vt:lpstr>
      <vt:lpstr>What is the Technology Value Stream?</vt:lpstr>
      <vt:lpstr>Lead Time vs. Processing Time</vt:lpstr>
      <vt:lpstr>Visualizing Lead vs. Processing Time</vt:lpstr>
      <vt:lpstr>Common Scenario: Lead Times of Months </vt:lpstr>
      <vt:lpstr>DevOps Ideal: Lead Times of Minutes</vt:lpstr>
      <vt:lpstr>Key Takeaways &amp;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Brennan Cheatwood</dc:creator>
  <cp:lastModifiedBy>Brennan Cheatwood</cp:lastModifiedBy>
  <cp:revision>4</cp:revision>
  <dcterms:created xsi:type="dcterms:W3CDTF">2025-12-07T20:50:48Z</dcterms:created>
  <dcterms:modified xsi:type="dcterms:W3CDTF">2025-12-07T21:19:17Z</dcterms:modified>
</cp:coreProperties>
</file>