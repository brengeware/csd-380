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6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3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0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22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2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4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34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0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76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89760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237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046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82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2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787FF-408C-4F92-B931-3EBF567CCC8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54C76-61C1-407D-874B-D64D4797A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912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gerduty.com/resources/incident-management-response/learn/call-rotations-schedules/" TargetMode="External"/><Relationship Id="rId2" Type="http://schemas.openxmlformats.org/officeDocument/2006/relationships/hyperlink" Target="https://sre.google/sre-book/being-on-call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tlassian.com/incident-management/on-call/improving-on-call" TargetMode="External"/><Relationship Id="rId4" Type="http://schemas.openxmlformats.org/officeDocument/2006/relationships/hyperlink" Target="https://www.pagerduty.com/resources/digital-operations/learn/alert-fatigu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DDEE-4CC0-70FC-EA8A-B147F1A3B6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Pager Rotation Duties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7FD80-325B-300D-B087-1873526DD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DevOps On-Call Best Practices</a:t>
            </a:r>
          </a:p>
          <a:p>
            <a:r>
              <a:rPr lang="en-US" dirty="0"/>
              <a:t>Brennan Cheatwood | CSD380 7.2 Assignment | 2/8/26</a:t>
            </a:r>
          </a:p>
        </p:txBody>
      </p:sp>
    </p:spTree>
    <p:extLst>
      <p:ext uri="{BB962C8B-B14F-4D97-AF65-F5344CB8AC3E}">
        <p14:creationId xmlns:p14="http://schemas.microsoft.com/office/powerpoint/2010/main" val="644382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62605-C429-031D-BDD7-5CEB5EA38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Pager rotation duties 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6AFA5-A5A4-B7B5-83A6-6E135AE27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Pager rotation: Scheduled on-call coverage to respond to incidents fast (24/7 as needed).</a:t>
            </a:r>
          </a:p>
          <a:p>
            <a:r>
              <a:rPr lang="en-US" dirty="0"/>
              <a:t>In DevOps, on-call supports fast feedback: incidents -&gt; learning -&gt; system -&gt; improvements.</a:t>
            </a:r>
          </a:p>
          <a:p>
            <a:r>
              <a:rPr lang="en-US" dirty="0"/>
              <a:t>Goal is reliability + continuous improvement, not “hero culture.”</a:t>
            </a:r>
          </a:p>
          <a:p>
            <a:r>
              <a:rPr lang="en-US" dirty="0"/>
              <a:t>On-call should be sustainable and shared across the team.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4256C-DECB-47DE-DB6C-F85DA7E16F23}"/>
              </a:ext>
            </a:extLst>
          </p:cNvPr>
          <p:cNvSpPr txBox="1"/>
          <p:nvPr/>
        </p:nvSpPr>
        <p:spPr>
          <a:xfrm>
            <a:off x="0" y="6488668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https://sre.google/sre-book/being-on-call/</a:t>
            </a:r>
          </a:p>
        </p:txBody>
      </p:sp>
    </p:spTree>
    <p:extLst>
      <p:ext uri="{BB962C8B-B14F-4D97-AF65-F5344CB8AC3E}">
        <p14:creationId xmlns:p14="http://schemas.microsoft.com/office/powerpoint/2010/main" val="1194369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885A-5332-CECA-1301-34859D949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structure a rotation (fair + workable)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F5522-4B41-0E0D-EDF4-9EB7053EA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setup: Primary + Secondary/Backup (clear escalation path)</a:t>
            </a:r>
          </a:p>
          <a:p>
            <a:r>
              <a:rPr lang="en-US" dirty="0"/>
              <a:t>Rotation length: weekly is common; shorten if alert volume is high</a:t>
            </a:r>
          </a:p>
          <a:p>
            <a:r>
              <a:rPr lang="en-US" dirty="0"/>
              <a:t>Keep schedules predictable; define swap rules + vacation/holiday coverage</a:t>
            </a:r>
          </a:p>
          <a:p>
            <a:r>
              <a:rPr lang="en-US" dirty="0"/>
              <a:t>Handoffs should include current risks, ongoing incidents, and “known issues.”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C4441E-F6CA-BA9C-1765-6AD3B431EFAE}"/>
              </a:ext>
            </a:extLst>
          </p:cNvPr>
          <p:cNvSpPr txBox="1"/>
          <p:nvPr/>
        </p:nvSpPr>
        <p:spPr>
          <a:xfrm>
            <a:off x="0" y="5977231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https://www.pagerduty.com/resources/incident-management-response/learn/call-rotations-schedules/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C426A-895A-8F76-949D-24249B88422F}"/>
              </a:ext>
            </a:extLst>
          </p:cNvPr>
          <p:cNvSpPr txBox="1"/>
          <p:nvPr/>
        </p:nvSpPr>
        <p:spPr>
          <a:xfrm>
            <a:off x="0" y="6438896"/>
            <a:ext cx="6118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https://www.atlassian.com/incident-management/on-call/improving-on-call</a:t>
            </a:r>
          </a:p>
        </p:txBody>
      </p:sp>
    </p:spTree>
    <p:extLst>
      <p:ext uri="{BB962C8B-B14F-4D97-AF65-F5344CB8AC3E}">
        <p14:creationId xmlns:p14="http://schemas.microsoft.com/office/powerpoint/2010/main" val="1560748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D974-7509-953C-172C-7C5B48E60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on-call person actually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818B8-5750-FEFC-AC97-2D6CB43B8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Acknowledge alert -&gt; triage severity -&gt; start mitigation</a:t>
            </a:r>
          </a:p>
          <a:p>
            <a:r>
              <a:rPr lang="en-US" dirty="0"/>
              <a:t>Follow runbooks and document steps taken</a:t>
            </a:r>
          </a:p>
          <a:p>
            <a:r>
              <a:rPr lang="en-US" dirty="0"/>
              <a:t>Communicate updates (internal channel/status)</a:t>
            </a:r>
          </a:p>
          <a:p>
            <a:r>
              <a:rPr lang="en-US" dirty="0"/>
              <a:t>Escalate when needed (secondary/SME)</a:t>
            </a:r>
          </a:p>
          <a:p>
            <a:r>
              <a:rPr lang="en-US" dirty="0"/>
              <a:t>Separate “wake-up” pages from “daytime ticket” issues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B4D14-34C6-4963-61BB-080E46CBD82A}"/>
              </a:ext>
            </a:extLst>
          </p:cNvPr>
          <p:cNvSpPr txBox="1"/>
          <p:nvPr/>
        </p:nvSpPr>
        <p:spPr>
          <a:xfrm>
            <a:off x="1622" y="643889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https://sre.google/sre-book/being-on-call/</a:t>
            </a:r>
          </a:p>
        </p:txBody>
      </p:sp>
    </p:spTree>
    <p:extLst>
      <p:ext uri="{BB962C8B-B14F-4D97-AF65-F5344CB8AC3E}">
        <p14:creationId xmlns:p14="http://schemas.microsoft.com/office/powerpoint/2010/main" val="3363601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BA6C-8746-7F00-D685-02AD9B6C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quality (prevent alert fatigue)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9B955-5DE9-A0CB-1CC4-9410FBB99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Page only for urgent, actionable, user-impacting issues</a:t>
            </a:r>
          </a:p>
          <a:p>
            <a:r>
              <a:rPr lang="en-US" dirty="0"/>
              <a:t>Reduce noise: tune thresholds, dedupe alerts, remove stale alerts</a:t>
            </a:r>
          </a:p>
          <a:p>
            <a:r>
              <a:rPr lang="en-US" dirty="0"/>
              <a:t>Every noisy alert should have an owner and a fix plan</a:t>
            </a:r>
          </a:p>
          <a:p>
            <a:r>
              <a:rPr lang="en-US" dirty="0"/>
              <a:t>Fewer pages = faster response when it matters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29AF2-37DD-E4F1-317C-0AF77D331CB7}"/>
              </a:ext>
            </a:extLst>
          </p:cNvPr>
          <p:cNvSpPr txBox="1"/>
          <p:nvPr/>
        </p:nvSpPr>
        <p:spPr>
          <a:xfrm>
            <a:off x="1622" y="6211669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https://www.pagerduty.com/resources/digital-operations/learn/alert-fatigue/</a:t>
            </a:r>
          </a:p>
        </p:txBody>
      </p:sp>
    </p:spTree>
    <p:extLst>
      <p:ext uri="{BB962C8B-B14F-4D97-AF65-F5344CB8AC3E}">
        <p14:creationId xmlns:p14="http://schemas.microsoft.com/office/powerpoint/2010/main" val="126571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294DB-91AC-9377-9BD6-34172EAD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improvement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42E69-4F7B-7637-F552-67D798917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incidents: do a quick review (blameless), capture lessons learned</a:t>
            </a:r>
          </a:p>
          <a:p>
            <a:r>
              <a:rPr lang="en-US" dirty="0"/>
              <a:t>Focus on root cause fixes: automation, better monitoring, safer releases</a:t>
            </a:r>
          </a:p>
          <a:p>
            <a:r>
              <a:rPr lang="en-US" dirty="0"/>
              <a:t>Reduce toil over time so on-call becomes easier and less frequent</a:t>
            </a:r>
          </a:p>
          <a:p>
            <a:r>
              <a:rPr lang="en-US" dirty="0"/>
              <a:t>Connect to textbook: pager rotation should drive learning + system reliability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056C9-ECD0-AE9F-1941-85378AF4B4F9}"/>
              </a:ext>
            </a:extLst>
          </p:cNvPr>
          <p:cNvSpPr txBox="1"/>
          <p:nvPr/>
        </p:nvSpPr>
        <p:spPr>
          <a:xfrm>
            <a:off x="1622" y="6115730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Kim, G., Humble, J., Debois, P., &amp; Willis, J. (2021). </a:t>
            </a:r>
            <a:r>
              <a:rPr lang="en-US" i="1" dirty="0"/>
              <a:t>The DevOps Handbook</a:t>
            </a:r>
            <a:r>
              <a:rPr lang="en-US" dirty="0"/>
              <a:t> (2nd ed.). IT Revolution. (Chapter 16)</a:t>
            </a:r>
          </a:p>
        </p:txBody>
      </p:sp>
    </p:spTree>
    <p:extLst>
      <p:ext uri="{BB962C8B-B14F-4D97-AF65-F5344CB8AC3E}">
        <p14:creationId xmlns:p14="http://schemas.microsoft.com/office/powerpoint/2010/main" val="1795649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3B9C-385B-E6A7-50D2-A40D9D93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F79A9-61B3-0DA7-1679-A6E4272BC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Kim, G., Humble, J., Debois, P., &amp; Willis, J. (2021). </a:t>
            </a:r>
            <a:r>
              <a:rPr lang="en-US" i="1" dirty="0"/>
              <a:t>The DevOps Handbook</a:t>
            </a:r>
            <a:r>
              <a:rPr lang="en-US" dirty="0"/>
              <a:t> (2nd ed.). IT Revolution. (Chapter 16)</a:t>
            </a:r>
          </a:p>
          <a:p>
            <a:r>
              <a:rPr lang="en-US" dirty="0"/>
              <a:t>Google. (n.d.). </a:t>
            </a:r>
            <a:r>
              <a:rPr lang="en-US" i="1" dirty="0"/>
              <a:t>Site Reliability Engineering: Being On-Call</a:t>
            </a:r>
            <a:r>
              <a:rPr lang="en-US" dirty="0"/>
              <a:t>. SRE Book. </a:t>
            </a:r>
            <a:r>
              <a:rPr lang="en-US" dirty="0">
                <a:hlinkClick r:id="rId2"/>
              </a:rPr>
              <a:t>https://sre.google/sre-book/being-on-call/</a:t>
            </a:r>
            <a:endParaRPr lang="en-US" dirty="0"/>
          </a:p>
          <a:p>
            <a:r>
              <a:rPr lang="en-US" dirty="0"/>
              <a:t>PagerDuty. (n.d.). </a:t>
            </a:r>
            <a:r>
              <a:rPr lang="en-US" i="1" dirty="0"/>
              <a:t>On-Call Rotations and Schedules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https://www.pagerduty.com/resources/incident-management-response/learn/call-rotations-schedules/</a:t>
            </a:r>
            <a:endParaRPr lang="en-US" dirty="0"/>
          </a:p>
          <a:p>
            <a:r>
              <a:rPr lang="fr-FR" dirty="0" err="1"/>
              <a:t>PagerDuty</a:t>
            </a:r>
            <a:r>
              <a:rPr lang="fr-FR" dirty="0"/>
              <a:t>. (</a:t>
            </a:r>
            <a:r>
              <a:rPr lang="fr-FR" dirty="0" err="1"/>
              <a:t>n.d</a:t>
            </a:r>
            <a:r>
              <a:rPr lang="fr-FR" dirty="0"/>
              <a:t>.). </a:t>
            </a:r>
            <a:r>
              <a:rPr lang="fr-FR" i="1" dirty="0" err="1"/>
              <a:t>Alert</a:t>
            </a:r>
            <a:r>
              <a:rPr lang="fr-FR" i="1" dirty="0"/>
              <a:t> Fatigue</a:t>
            </a:r>
            <a:r>
              <a:rPr lang="fr-FR" dirty="0"/>
              <a:t>. </a:t>
            </a:r>
            <a:r>
              <a:rPr lang="fr-FR" dirty="0">
                <a:hlinkClick r:id="rId4"/>
              </a:rPr>
              <a:t>https://www.pagerduty.com/resources/digital-operations/learn/alert-fatigue/</a:t>
            </a:r>
            <a:endParaRPr lang="fr-FR" dirty="0"/>
          </a:p>
          <a:p>
            <a:r>
              <a:rPr lang="en-US" dirty="0"/>
              <a:t>Atlassian. (n.d.). </a:t>
            </a:r>
            <a:r>
              <a:rPr lang="en-US" i="1" dirty="0"/>
              <a:t>A manager’s guide to improving on-call</a:t>
            </a:r>
            <a:r>
              <a:rPr lang="en-US" dirty="0"/>
              <a:t>. </a:t>
            </a:r>
            <a:r>
              <a:rPr lang="en-US" dirty="0">
                <a:hlinkClick r:id="rId5"/>
              </a:rPr>
              <a:t>https://www.atlassian.com/incident-management/on-call/improving-on-call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08667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43</TotalTime>
  <Words>524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Berlin</vt:lpstr>
      <vt:lpstr>Pager Rotation Duties</vt:lpstr>
      <vt:lpstr>What Pager rotation duties are</vt:lpstr>
      <vt:lpstr>How to structure a rotation (fair + workable)</vt:lpstr>
      <vt:lpstr>What the on-call person actually does</vt:lpstr>
      <vt:lpstr>Alert quality (prevent alert fatigue)</vt:lpstr>
      <vt:lpstr>Continuous improvement loop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Brennan Cheatwood</dc:creator>
  <cp:lastModifiedBy>Brennan Cheatwood</cp:lastModifiedBy>
  <cp:revision>2</cp:revision>
  <dcterms:created xsi:type="dcterms:W3CDTF">2026-02-08T20:29:41Z</dcterms:created>
  <dcterms:modified xsi:type="dcterms:W3CDTF">2026-02-08T21:12:50Z</dcterms:modified>
</cp:coreProperties>
</file>